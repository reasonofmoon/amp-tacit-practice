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9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972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고려대학교 AMP 26기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시대에 뒤처지지 않는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7가지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32004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암묵지를 시스템으로 만드는 90분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4206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송세훈  ·  2026.11.11  14:00–15:30  ·  amp-tacit-practice.vercel.app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9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오늘 90분의 약속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8DF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35331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53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25880" y="126187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도구 자랑이 아닙니다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25880" y="160020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 방식 3가지를 손에 쥐고 나갑니다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8DF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45059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450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25880" y="235915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② ③ 을 깊게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25880" y="269748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정보 흐름 · 산출물로 닫기 · 프롬프트 자산화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29184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8DF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354787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547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25880" y="345643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~ ⑦ 은 지도로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25880" y="379476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하네스 · 검증 · 도메인 · 공개 — 이름과 한 문장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48006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 26 · 2026.11.11 · 송세훈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98080" y="48006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21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9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세 문장만 기억하세요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8DF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23444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828800" y="1161288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뒤처지는 이유는 모델이 아닙니다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828800" y="155448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정보가 안 흐르고, 안 닫히고, 절차가 안 되기 때문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8DF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242316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4E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828800" y="2350008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몸으로 아는 판단이 암묵지입니다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828800" y="274320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원장·실무·기획 — 조직의 암묵지로 일반화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33756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8DF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5800" y="361188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D28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828800" y="3538728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증거는 루프입니다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828800" y="393192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앱과 매일 돌아가는 시스템으로 증명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48006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 26 · 2026.11.11 · 송세훈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498080" y="48006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21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9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나의 이야기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몸이 아는데 입이 안 따라옵니다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69748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8DF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2697480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373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9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현장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 학생의 레벨 감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상담 한 마디의 위기 신호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말로 못 쓰는 판단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91840" y="1417320"/>
            <a:ext cx="269748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8DF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417320"/>
            <a:ext cx="2697480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17373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9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한계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474720" y="228600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사람에게만 있으면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조직이 스케일되지 않음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인수인계가 불가능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26480" y="1417320"/>
            <a:ext cx="269748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8DF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417320"/>
            <a:ext cx="2697480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17373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9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전환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309360" y="228600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감각을 흐르게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닫고 절차로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루프를 소유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" y="48006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 26 · 2026.11.11 · 송세훈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498080" y="48006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21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9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조직의 암묵지 — 세 언어로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DF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28016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801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원장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0" y="1307592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상담 직관 · 퇴원 신호 · 반 배정 감각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DF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33172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3317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실무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286000" y="2359152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반복 보고 순서 · 예외 처리 · 에스컬레이션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57200" y="315468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DF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338328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3832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기획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286000" y="3410712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‘이건 아니다’ 기준 · 우선순위 감각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57200" y="48006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 26 · 2026.11.11 · 송세훈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498080" y="48006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21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9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7원칙 전체 지도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오늘: ①②③ 깊게  ·  ④⑤⑥⑦ 지도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1143000" cy="2377440"/>
          </a:xfrm>
          <a:prstGeom prst="roundRect">
            <a:avLst>
              <a:gd name="adj" fmla="val 6400"/>
            </a:avLst>
          </a:prstGeom>
          <a:solidFill>
            <a:srgbClr val="0F766E"/>
          </a:solidFill>
          <a:ln w="12700">
            <a:solidFill>
              <a:srgbClr val="E8DF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69164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93192" y="246888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정보 흐름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32918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깊게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554480" y="1371600"/>
            <a:ext cx="1143000" cy="2377440"/>
          </a:xfrm>
          <a:prstGeom prst="roundRect">
            <a:avLst>
              <a:gd name="adj" fmla="val 6400"/>
            </a:avLst>
          </a:prstGeom>
          <a:solidFill>
            <a:srgbClr val="0F766E"/>
          </a:solidFill>
          <a:ln w="12700">
            <a:solidFill>
              <a:srgbClr val="E8DF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554480" y="169164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②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627632" y="246888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산출물 닫기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554480" y="32918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깊게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88920" y="1371600"/>
            <a:ext cx="1143000" cy="2377440"/>
          </a:xfrm>
          <a:prstGeom prst="roundRect">
            <a:avLst>
              <a:gd name="adj" fmla="val 6400"/>
            </a:avLst>
          </a:prstGeom>
          <a:solidFill>
            <a:srgbClr val="0F766E"/>
          </a:solidFill>
          <a:ln w="12700">
            <a:solidFill>
              <a:srgbClr val="E8DF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788920" y="169164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③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862072" y="246888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절차 자산화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788920" y="32918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깊게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023360" y="1371600"/>
            <a:ext cx="1143000" cy="237744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8DF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023360" y="169164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9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④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096512" y="246888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하네스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023360" y="32918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지도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257800" y="1371600"/>
            <a:ext cx="1143000" cy="237744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8DF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257800" y="169164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9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⑤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5330952" y="246888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 루프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257800" y="32918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지도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92240" y="1371600"/>
            <a:ext cx="1143000" cy="237744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8DF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92240" y="169164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9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⑥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565392" y="246888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도메인 해자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92240" y="32918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지도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726680" y="1371600"/>
            <a:ext cx="1143000" cy="237744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8DF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726680" y="169164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9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⑦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7799832" y="246888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공개 루프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726680" y="32918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지도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48006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 26 · 2026.11.11 · 송세훈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498080" y="48006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21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76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원칙 ①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40080" y="196596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정보가 나를 통해 흐르는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시스템을 구축하라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3931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14:14 – 14:28  ·  앱: dev_info_flow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9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 오해 깨기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2926080"/>
          </a:xfrm>
          <a:prstGeom prst="roundRect">
            <a:avLst>
              <a:gd name="adj" fmla="val 2500"/>
            </a:avLst>
          </a:prstGeom>
          <a:solidFill>
            <a:srgbClr val="FEF2F2"/>
          </a:solidFill>
          <a:ln w="12700">
            <a:solidFill>
              <a:srgbClr val="E8DF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3716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❌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많이 저장하면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내 것이 된다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고이기만 하면 창고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931920" cy="2926080"/>
          </a:xfrm>
          <a:prstGeom prst="roundRect">
            <a:avLst>
              <a:gd name="adj" fmla="val 2500"/>
            </a:avLst>
          </a:prstGeom>
          <a:solidFill>
            <a:srgbClr val="ECFDF5"/>
          </a:solidFill>
          <a:ln w="12700">
            <a:solidFill>
              <a:srgbClr val="E8DF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3716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✅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937760" y="201168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흐르게 만들어야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내 것이 된다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937760" y="32918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자산은 순환에서 생긴다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48006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 26 · 2026.11.11 · 송세훈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498080" y="48006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21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9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 정보 루프 4단계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188720"/>
            <a:ext cx="2057400" cy="256032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8DF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1463040"/>
            <a:ext cx="685800" cy="6858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4630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23774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9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수집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29260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어디에 들어오는가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606040" y="1188720"/>
            <a:ext cx="2057400" cy="256032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8DF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463040"/>
            <a:ext cx="685800" cy="6858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4630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743200" y="23774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9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정제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743200" y="29260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무엇을 남기는가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800600" y="1188720"/>
            <a:ext cx="2057400" cy="256032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8DF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0" y="1463040"/>
            <a:ext cx="685800" cy="6858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0" y="14630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937760" y="23774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9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저장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937760" y="29260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다시 꺼낼 곳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995160" y="1188720"/>
            <a:ext cx="2057400" cy="256032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8DF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680960" y="1463040"/>
            <a:ext cx="685800" cy="6858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0" y="14630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132320" y="23774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9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재사용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132320" y="29260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언제 다시 쓰는가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48006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 26 · 2026.11.11 · 송세훈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498080" y="48006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21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9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 시연 큐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8DF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371600"/>
            <a:ext cx="7498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1A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앱 → 원칙 #1 설명 탭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1A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4단계 프레임 스크롤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1A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라이브: reasonofmoon.github.io 최신 브리핑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1A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좌석: 정보 입구 1개 적기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 26 · 2026.11.11 · 송세훈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498080" y="48006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21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B453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원칙 ②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40080" y="196596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배운 것은 반드시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산출물로 닫아라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3931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14:28 – 14:41  ·  앱: dev_output_close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9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1887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질문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지난 한 달 본 것 중,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지금 3분 설명할 수 있는 게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몇 개입니까?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39319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나머지는 사라진 게 아닙니다. 닫히지 않았을 뿐입니다.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9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② 산출물 최소 계약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8DF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2344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371600" y="1188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형태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5087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매번 같은 그릇에 담는다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8DF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23317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371600" y="22860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시한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26060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소비 후 24시간 이내 등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20040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8DF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5800" y="34290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371600" y="33832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크기 하한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37033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3줄이면 닫은 것으로 인정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" y="48006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 26 · 2026.11.11 · 송세훈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498080" y="48006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21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6D28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원칙 ③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40080" y="196596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프롬프트를 절차로 바꿔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자산화하라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3931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14:41 – 14:55  ·  앱: dev_prompt_asset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9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③ 자산인가, 쓰레기인가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8DF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64592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6B6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478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아카이브 파일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2926080"/>
          </a:xfrm>
          <a:prstGeom prst="roundRect">
            <a:avLst>
              <a:gd name="adj" fmla="val 2500"/>
            </a:avLst>
          </a:prstGeom>
          <a:solidFill>
            <a:srgbClr val="F5F3FF"/>
          </a:solidFill>
          <a:ln w="12700">
            <a:solidFill>
              <a:srgbClr val="E8DF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0" y="164592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6D28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4754880" y="27432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본문이 살아 있는 것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정답: 아직 둘 다 아니다. 형태에 달렸다.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48006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 26 · 2026.11.11 · 송세훈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8080" y="48006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21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9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③ NAME → SLOT → SHAPE → CHECK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2057400" cy="219456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8DF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55448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이름을 붙인다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606040" y="1097280"/>
            <a:ext cx="2057400" cy="219456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8DF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97480" y="155448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SLOT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743200" y="22860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변하는 칸을 뚫는다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800600" y="1097280"/>
            <a:ext cx="2057400" cy="219456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8DF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92040" y="155448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SHAPE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937760" y="22860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 형태를 고정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995160" y="1097280"/>
            <a:ext cx="2057400" cy="219456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8DF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086600" y="155448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132320" y="22860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성공 기준을 적는다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" y="3657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D28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두 번 쓸 것 같으면, 그 자리에서 절차로 만들어라.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48006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 26 · 2026.11.11 · 송세훈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498080" y="48006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21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9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④ ~ ⑦ 지도로만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8DF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07899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④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54480" y="10515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하네스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0" y="10515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위임하지 말고 고삐를 쥔다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8DF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194767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⑤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554480" y="19202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657600" y="19202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그럴듯함 말고 게이트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265176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8DF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5800" y="281635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⑥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554480" y="27889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도메인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657600" y="27889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좁고 깊게 소유한다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352044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8DF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5800" y="368503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⑦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554480" y="36576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공개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657600" y="36576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피드백을 복리로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7200" y="48006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 26 · 2026.11.11 · 송세훈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498080" y="48006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21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9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다음 7일 챌린지</a:t>
            </a:r>
            <a:endParaRPr lang="en-US" sz="2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777240"/>
          <a:ext cx="8229600" cy="3566160"/>
        </p:xfrm>
        <a:graphic>
          <a:graphicData uri="http://schemas.openxmlformats.org/drawingml/2006/table">
            <a:tbl>
              <a:tblPr/>
              <a:tblGrid>
                <a:gridCol w="1097280"/>
                <a:gridCol w="5943600"/>
                <a:gridCol w="1188720"/>
              </a:tblGrid>
              <a:tr h="4457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9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할 일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9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원칙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915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9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9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입구 1 + 저장 위치 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9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①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9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9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소비 1건 3줄로 닫기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9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②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4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9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9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요청에 이름 붙이기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9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③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9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9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하지 말 것 1줄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9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④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4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9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9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통과 기준 1줄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9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⑤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9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9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도메인 한 문장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9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⑥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4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9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9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1곳 공개 + 반박 초대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9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⑦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8006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 26 · 2026.11.11 · 송세훈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498080" y="48006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21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A19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 &amp; A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15:18 – 15:28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 26 · 2026.11.11 · 송세훈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498080" y="48006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21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9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2801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줄 회수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흐르게 하고, 닫고, 절차로 만들고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묶고, 검증하고, 좁히고, 연다.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33832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모델은 바뀝니다. 루프의 주인은 여러분입니다.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206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 26기 여러분, 감사합니다.  ·  송세훈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9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참고 · 링크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772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3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시연 앱  amp-tacit-practice.vercel.app</a:t>
            </a:r>
            <a:endParaRPr lang="en-US" sz="18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3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데브로그  reasonofmoon.github.io</a:t>
            </a:r>
            <a:endParaRPr lang="en-US" sz="18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3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대본  docs/AMP26_Lecture_Script.md</a:t>
            </a:r>
            <a:endParaRPr lang="en-US" sz="18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3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런오브쇼  docs/AMP26_Run_of_Show.md</a:t>
            </a:r>
            <a:endParaRPr lang="en-US" sz="18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3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워크시트  docs/AMP26_Seat_Worksheet.md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 26 · 2026.11.11 · 송세훈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498080" y="48006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시대에 뒤처지지 않는 7가지 — AMP 26</dc:title>
  <dc:subject>2026-11-11 AMP 26 lecture</dc:subject>
  <dc:creator>송세훈</dc:creator>
  <cp:lastModifiedBy>송세훈</cp:lastModifiedBy>
  <cp:revision>1</cp:revision>
  <dcterms:created xsi:type="dcterms:W3CDTF">2026-07-26T08:21:24Z</dcterms:created>
  <dcterms:modified xsi:type="dcterms:W3CDTF">2026-07-26T08:21:24Z</dcterms:modified>
</cp:coreProperties>
</file>