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고려대학교 AMP 26기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시대에 뒤처지지 않는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7가지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보고 · 3줄 남기고 · AI 말에 이름 붙이기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송세훈  ·  2026.11.11  14:00–15:30  ·  amp-tacit-practice.vercel.app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90분의 약속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533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261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도구·코딩 수업이 아닙니다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6002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메모장에 적을 수 있는 것 3개만 가져가면 성공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450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359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② ③ 을 깊게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697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문·서랍 정하기 · 3줄 남기기 · AI 단축어 이름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54787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4564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~ ⑦ 은 지도로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794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쪽지 · 합격 기준 · 센 한 줄 · 팀 채널 한 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세 문장만 기억하세요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34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828800" y="116128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종류 문제가 아닙니다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828800" y="15544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정보가 흩어지고, 본 걸 안 적고, 같은 말을 매번 다시 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423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828800" y="235000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말로 설명 못 하는 판단이 보물입니다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0" y="2743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원장=상담 감 / 실무=처리 순서 / 기획=안 만들 기준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611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828800" y="353872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증명 방법은 매일 돌리는 습관입니다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931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시연 + 데브로그처럼 “받는 주소”가 있는 사람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나의 이야기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몸이 아는데 입이 안 따라옵니다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9748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학생의 레벨 감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한 마디의 위기 신호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말로 못 쓰는 판단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17320"/>
            <a:ext cx="269748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사람에게만 있으면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조직이 스케일되지 않음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인수인계가 불가능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417320"/>
            <a:ext cx="26974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17320"/>
            <a:ext cx="269748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09360" y="228600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감각을 흐르게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닫고 절차로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루프를 소유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조직의 암묵지 — 세 언어로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130759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직관 · 퇴원 신호 · 반 배정 감각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3172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31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35915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보고 순서 · 예외 처리 · 에스컬레이션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3832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86000" y="341071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‘이건 아니다’ 기준 · 우선순위 감각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7원칙 전체 지도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오늘: ①②③ 깊게  ·  ④⑤⑥⑦ 지도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9319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문·서랍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정하기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깊게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55448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2763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남기기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8892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0F766E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8892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86207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단축어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8892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깊게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2336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09651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쪽지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5780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3095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5780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56539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26680" y="1371600"/>
            <a:ext cx="1143000" cy="237744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26680" y="1691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799832" y="2468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채널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26680" y="3291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지도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정보 문 하나,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서랍 하나 정하기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14:14 – 14:28  ·  받기→골라내기→넣어두기→다시 꺼내기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오해 깨기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EF2F2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북마크·폴더만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늘리면 된다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나중에 못 찾음 = 창고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ECFDF5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받는 문 하나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서랍 하나 정한다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937760" y="3291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금요일에 다시 꺼내 쓴다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네 칸만 채우면 됩니다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받기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카톡? 메일?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입구 1개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골라내기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이번 주에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쓸 것만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넣어두기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노션/메모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서랍 1개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95160" y="1188720"/>
            <a:ext cx="2057400" cy="256032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80960" y="1463040"/>
            <a:ext cx="685800" cy="685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1463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32320" y="23774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다시 꺼내기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29260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 20분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보기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시연 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앱 → 원칙 #1 설명 탭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4단계 프레임 스크롤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라이브: reasonofmoon.github.io 최신 브리핑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좌석: 정보 입구 1개 적기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453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보면 끝?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3줄 남기고 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14:28 – 14:41  ·  형태 · 시한 · 3줄이면 닫힘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지난 한 달 본 것 중,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 3분 설명할 수 있는 게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몇 개입니까?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 나머지는 사라진 게 아닙니다. 닫히지 않았을 뿐입니다.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나는 이렇게 쓰기로 한다 (빈칸)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2344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형태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유튜브 보면 → 제목 + 핵심 3줄 + 내 생각 1줄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606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날 자정 전 / 늦어도 24시간 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429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3줄만 써도 “끝”으로 친다 (완벽 금지)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6D28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 ③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AI에 맨날 치는 그 말,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이름 붙여 두기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14:41 – 14:55  ·  이름 · 빈칸 · 결과 모양 · 합격 기준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자산인가, 쓰레기인가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B65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478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아카이브 파일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926080"/>
          </a:xfrm>
          <a:prstGeom prst="roundRect">
            <a:avLst>
              <a:gd name="adj" fmla="val 2500"/>
            </a:avLst>
          </a:prstGeom>
          <a:solidFill>
            <a:srgbClr val="F5F3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645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본문이 살아 있는 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정답: 아직 둘 다 아니다. 형태에 달렸다.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AI 단축어 네 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parent-reply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주간보고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빈칸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{학부모 요지}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{기간}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0060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 모양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 2문장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할 일 3개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1097280"/>
            <a:ext cx="2057400" cy="219456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55448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합격 기준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3232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비난 톤 없음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 1개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D28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두 번 비슷하게 쳤으면, 그 자리에서 이름 붙여라.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~ ⑦ 이름만 기억 (깊게 안 함)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07899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쪽지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0" y="1051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“알아서 해줘” 금지 · 설계/실행/검사 · 하지 말 것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9476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 기준 3개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0" y="1920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받기 전에: 형식·사실·의도 체크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81635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 한 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5760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영역 × 누구 × 제약 = 내가 제일 센 자리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DFC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68503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⑦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3657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9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채널 한 장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36576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 기다리지 말고 올리고 “틀리면 알려주세요”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7일 챌린지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566160"/>
        </p:xfrm>
        <a:graphic>
          <a:graphicData uri="http://schemas.openxmlformats.org/drawingml/2006/table">
            <a:tbl>
              <a:tblPr/>
              <a:tblGrid>
                <a:gridCol w="1097280"/>
                <a:gridCol w="5943600"/>
                <a:gridCol w="1188720"/>
              </a:tblGrid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할 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원칙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915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입구 1 + 저장 위치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소비 1건 3줄로 닫기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요청에 이름 붙이기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하지 말 것 1줄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통과 기준 1줄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도메인 한 문장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⑥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1곳 공개 + 반박 초대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9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DF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15:18 – 15:28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9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줄 회수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정보 문 하나 정하고,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본 건 3줄 남기고,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말에 이름 붙이세요.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모델은 바뀝니다. 메모를 돌리는 사람이 이깁니다.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26기 여러분, 감사합니다.  ·  송세훈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9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참고 · 링크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시연 앱  amp-tacit-practice.vercel.app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데브로그  reasonofmoon.github.io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대본  docs/AMP26_Lecture_Script.md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런오브쇼  docs/AMP26_Run_of_Show.md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3C3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워크시트  docs/AMP26_Seat_Worksheet.md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8006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 26 · 2026.11.11 · 송세훈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0" y="48006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시대에 뒤처지지 않는 7가지 — AMP 26</dc:title>
  <dc:subject>2026-11-11 AMP 26 lecture</dc:subject>
  <dc:creator>송세훈</dc:creator>
  <cp:lastModifiedBy>송세훈</cp:lastModifiedBy>
  <cp:revision>1</cp:revision>
  <dcterms:created xsi:type="dcterms:W3CDTF">2026-07-26T08:39:10Z</dcterms:created>
  <dcterms:modified xsi:type="dcterms:W3CDTF">2026-07-26T08:39:10Z</dcterms:modified>
</cp:coreProperties>
</file>